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A7E7"/>
    <a:srgbClr val="D71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41A96-DC7B-469E-1E22-0F676DC6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05A469-8627-9F7A-9B5C-676E2D38B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5430EA-4DE2-A507-588B-47087283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D8A749-6A65-FD88-5C64-D876472E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17607-908C-B194-6939-F47257D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24650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E54CD-2D37-879E-1440-D4871DFC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53C7C-2C42-0BEE-2DA8-5BA7FC77B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4094D-EDE9-7931-CD73-2F96B712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3C4A7F-FCB8-3813-0FB0-0BF2C45E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0B6FC-A074-953B-052E-FC9CA1CE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50232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698DB-8954-BD9F-86CE-44468D9B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28D9C0-8EE3-1906-5C57-CC163720D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77B9D-789B-84DC-49A1-66F7932B5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0A9AE-8E11-A7C0-4F42-84544BA9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F3A86-B27A-971E-8D23-D74C8E35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53479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7521C-8EBA-5440-32DC-46E94D48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78066-F36E-1E28-4759-5B443EF36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8BDDA-66F6-28EC-97E4-3438B9D0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A4791A-2FFA-01DB-72FC-A7457BA56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9FA8CE-8EEA-B623-280D-3C9AFD84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94BC82-D784-44F5-D3E9-7F5B4BDB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53808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0EBB4-A3F6-0F20-387C-E89998BA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44AF2D-DC44-0E6A-7C1A-2BC981DB1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815F83-A032-05F6-99C4-8F851AA1F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AB8EEB-94B5-30B3-FAB7-B5D2F49E7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B2AFCE-0666-F05D-72C0-4388AD541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4069CA-F557-0676-B734-06D44425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8C2B19-84B7-61D0-088A-7ADCF4BD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E28B2E-0FB7-4557-904A-08E46404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9787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DA9E9-8FDD-1D8F-C787-ABE5E719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3E67FF-C0E3-1D35-C7FD-3466D092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34BA1E-96C8-C52E-2690-F4CB5479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AE62A7-2C94-8AB7-C40C-3F4ECEDB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1063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E37EF9-9278-FA02-ACBE-5946C995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82F2CD-A05C-F280-D6CB-BA614A39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AC35C-F729-1B2F-56B7-94E74533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38782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2B423-3FC8-B536-BB2E-079900D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FB5434-4445-7E83-0755-71EB3A26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CC0F74-714E-391F-8F5B-205E1E3CA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7D1355-AAE9-F182-9CEE-ADE6CDDE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544B39-9741-BFE7-E0A4-50D2F4B8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7B8873-53B8-48F2-9507-7FD33AC1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93586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AE82D-DF47-BD79-EC4A-C58C886F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BDF8FC-5D15-9A11-1BE2-EA3B2208E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ECA7FC-AEC1-38C1-2688-6D4C9BD68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9CB05C-C8B4-B0BB-84E1-84854CBA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F3FA6B-81D3-D849-903B-CFE42E59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F0870-DA06-49B6-E3F6-14EB6A75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483957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56BC4-9F3F-EE51-E579-A5AA84CA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E652CA-9113-1BD1-AED9-CE99FF592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BA08A-A715-39EA-762F-B7DB9F03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E6039-7923-42DE-B2DC-BC4C3CD8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E2A93-060F-EC17-4834-6791A2B7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21017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2BFB92-7D75-6437-8D38-0F28D102E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345111-A574-4106-55FD-9F1EC563B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BE293-4085-CEF7-543C-7125C3E5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CE1220-5B5C-9A79-9EEE-773DF4C8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88780-A446-C52A-CBA3-41145EC8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24681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0D7E1E-3D12-F78D-3A35-F38D997D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C0973-2843-2FD1-E462-C288D1EA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369230-0E29-E220-B53E-2B4D33651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A10A9-66A1-DA44-BA1C-438B3A5C4A8D}" type="datetimeFigureOut">
              <a:rPr kumimoji="1" lang="zh-SG" altLang="en-US" smtClean="0"/>
              <a:t>19/03/26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0755E-B297-82B5-9BA3-D82357F88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317F2-9E4D-C85B-887D-5190B3081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9B12A-FEEE-9B4D-B5D3-729384231ADA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55065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392460F-BCA4-F0E2-F63A-921B3B6825E2}"/>
              </a:ext>
            </a:extLst>
          </p:cNvPr>
          <p:cNvSpPr txBox="1"/>
          <p:nvPr/>
        </p:nvSpPr>
        <p:spPr>
          <a:xfrm>
            <a:off x="3531476" y="1997839"/>
            <a:ext cx="8366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sz="4800" dirty="0">
                <a:latin typeface="Arial Rounded MT Bold" panose="020F0704030504030204" pitchFamily="34" charset="0"/>
                <a:ea typeface="Bodoni Ornaments" pitchFamily="2" charset="0"/>
                <a:cs typeface="Arial" panose="020B0604020202020204" pitchFamily="34" charset="0"/>
              </a:rPr>
              <a:t>Open </a:t>
            </a:r>
            <a:r>
              <a:rPr kumimoji="1" lang="en-US" altLang="zh-SG" sz="6600" dirty="0">
                <a:solidFill>
                  <a:srgbClr val="D7191F"/>
                </a:solidFill>
                <a:latin typeface="Arial Rounded MT Bold" panose="020F0704030504030204" pitchFamily="34" charset="0"/>
                <a:ea typeface="Bodoni Ornaments" pitchFamily="2" charset="0"/>
                <a:cs typeface="Arial" panose="020B0604020202020204" pitchFamily="34" charset="0"/>
              </a:rPr>
              <a:t>YouTube</a:t>
            </a:r>
            <a:r>
              <a:rPr kumimoji="1" lang="en-US" altLang="zh-SG" sz="4800" dirty="0">
                <a:latin typeface="Arial Rounded MT Bold" panose="020F0704030504030204" pitchFamily="34" charset="0"/>
                <a:ea typeface="Bodoni Ornaments" pitchFamily="2" charset="0"/>
                <a:cs typeface="Arial" panose="020B0604020202020204" pitchFamily="34" charset="0"/>
              </a:rPr>
              <a:t> Videos </a:t>
            </a:r>
          </a:p>
          <a:p>
            <a:pPr algn="ctr"/>
            <a:r>
              <a:rPr kumimoji="1" lang="en-US" altLang="zh-SG" sz="4800" dirty="0">
                <a:latin typeface="Arial Rounded MT Bold" panose="020F0704030504030204" pitchFamily="34" charset="0"/>
                <a:ea typeface="Bodoni Ornaments" pitchFamily="2" charset="0"/>
                <a:cs typeface="Arial" panose="020B0604020202020204" pitchFamily="34" charset="0"/>
              </a:rPr>
              <a:t>in </a:t>
            </a:r>
          </a:p>
          <a:p>
            <a:pPr algn="ctr"/>
            <a:r>
              <a:rPr kumimoji="1" lang="en-US" altLang="zh-SG" sz="6600" dirty="0">
                <a:solidFill>
                  <a:srgbClr val="01A7E7"/>
                </a:solidFill>
                <a:latin typeface="Arial Rounded MT Bold" panose="020F0704030504030204" pitchFamily="34" charset="0"/>
                <a:ea typeface="Bodoni Ornaments" pitchFamily="2" charset="0"/>
                <a:cs typeface="Arial" panose="020B0604020202020204" pitchFamily="34" charset="0"/>
              </a:rPr>
              <a:t>New Tab</a:t>
            </a:r>
            <a:endParaRPr kumimoji="1" lang="zh-SG" altLang="en-US" sz="6600" dirty="0">
              <a:solidFill>
                <a:srgbClr val="01A7E7"/>
              </a:solidFill>
              <a:latin typeface="Arial Rounded MT Bold" panose="020F0704030504030204" pitchFamily="34" charset="0"/>
              <a:ea typeface="Bodoni Ornaments" pitchFamily="2" charset="0"/>
              <a:cs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471B0A3-C5FC-4487-E887-36B5A97D38A7}"/>
              </a:ext>
            </a:extLst>
          </p:cNvPr>
          <p:cNvGrpSpPr/>
          <p:nvPr/>
        </p:nvGrpSpPr>
        <p:grpSpPr>
          <a:xfrm>
            <a:off x="157655" y="1050375"/>
            <a:ext cx="3962402" cy="4357853"/>
            <a:chOff x="378370" y="1002423"/>
            <a:chExt cx="3962402" cy="4357853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D59EAB7-52A2-5027-881F-AF488C41D9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57891"/>
            <a:stretch>
              <a:fillRect/>
            </a:stretch>
          </p:blipFill>
          <p:spPr>
            <a:xfrm>
              <a:off x="378371" y="4130566"/>
              <a:ext cx="3962401" cy="1229710"/>
            </a:xfrm>
            <a:prstGeom prst="rect">
              <a:avLst/>
            </a:prstGeom>
          </p:spPr>
        </p:pic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0A759BC8-6D8F-1343-89CE-DAD81FE051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8370" y="1002423"/>
              <a:ext cx="3962401" cy="3962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790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#HE HAOSHEN#</dc:creator>
  <cp:lastModifiedBy>#HE HAOSHEN#</cp:lastModifiedBy>
  <cp:revision>1</cp:revision>
  <dcterms:created xsi:type="dcterms:W3CDTF">2026-03-19T11:32:02Z</dcterms:created>
  <dcterms:modified xsi:type="dcterms:W3CDTF">2026-03-19T12:37:00Z</dcterms:modified>
</cp:coreProperties>
</file>